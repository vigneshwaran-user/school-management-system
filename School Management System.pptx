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22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3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548640"/>
            <a:ext cx="2560320" cy="256032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12482">
            <a:off x="640080" y="8229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School Management Application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74904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Vigneshwaran 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0" y="416052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Reshma 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74904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Jothika 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416052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Shobana 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657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64008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are time-consuming and error-prone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64008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for student data &amp; records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98064"/>
            <a:ext cx="64008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980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attendance and academic tracking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56432"/>
            <a:ext cx="64008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564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gaps between teachers, students &amp; parents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51960" cy="36576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515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Proposed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481328"/>
            <a:ext cx="4251960" cy="640080"/>
          </a:xfrm>
          <a:prstGeom prst="rect">
            <a:avLst/>
          </a:prstGeom>
          <a:solidFill>
            <a:srgbClr val="D9F0F4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087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School Management System to automate and streamline administrative and academic processes.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212848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221284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2212848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21284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871216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287121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2871216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287121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Grading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3529584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35295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Notifications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3529584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357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20840" y="35295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Resources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3840480" cy="347472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BDD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— High-level feature groupings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— Feature requirements per role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— Testable conditions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4251960" cy="3474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7899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Epics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2029968" cy="566928"/>
          </a:xfrm>
          <a:prstGeom prst="rect">
            <a:avLst/>
          </a:prstGeom>
          <a:solidFill>
            <a:srgbClr val="1A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087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Management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2029968" cy="566928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5087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Schedule Management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167128"/>
            <a:ext cx="2029968" cy="566928"/>
          </a:xfrm>
          <a:prstGeom prst="rect">
            <a:avLst/>
          </a:prstGeom>
          <a:solidFill>
            <a:srgbClr val="2435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6712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2167128"/>
            <a:ext cx="2029968" cy="566928"/>
          </a:xfrm>
          <a:prstGeom prst="rect">
            <a:avLst/>
          </a:prstGeom>
          <a:solidFill>
            <a:srgbClr val="1A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16712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Grades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825496"/>
            <a:ext cx="2029968" cy="566928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825496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Notifications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2825496"/>
            <a:ext cx="2029968" cy="566928"/>
          </a:xfrm>
          <a:prstGeom prst="rect">
            <a:avLst/>
          </a:prstGeom>
          <a:solidFill>
            <a:srgbClr val="2435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825496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Resources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483864"/>
            <a:ext cx="2029968" cy="566928"/>
          </a:xfrm>
          <a:prstGeom prst="rect">
            <a:avLst/>
          </a:prstGeom>
          <a:solidFill>
            <a:srgbClr val="1A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48386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3483864"/>
            <a:ext cx="2029968" cy="566928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48386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4142232"/>
            <a:ext cx="2029968" cy="566928"/>
          </a:xfrm>
          <a:prstGeom prst="rect">
            <a:avLst/>
          </a:prstGeom>
          <a:solidFill>
            <a:srgbClr val="2435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422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4142232"/>
            <a:ext cx="2029968" cy="566928"/>
          </a:xfrm>
          <a:prstGeom prst="rect">
            <a:avLst/>
          </a:prstGeom>
          <a:solidFill>
            <a:srgbClr val="1A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1422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697480"/>
            <a:ext cx="178308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15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74320" y="3172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40280" y="2697480"/>
            <a:ext cx="178308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2715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240280" y="3172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480560" cy="521208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4343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system classes and relationships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480560" cy="521208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4343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overall system architecture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688336"/>
            <a:ext cx="4480560" cy="521208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88336"/>
            <a:ext cx="4343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appropriate technology stack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300984"/>
            <a:ext cx="4480560" cy="521208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00984"/>
            <a:ext cx="4343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detailed UML Class Diagrams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4480560" cy="521208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13632"/>
            <a:ext cx="4343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via GitHub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0" y="320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9144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914400"/>
            <a:ext cx="64008" cy="8229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960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UML-based system structure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18745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874520"/>
            <a:ext cx="64008" cy="8229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240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 blueprint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28346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2834640"/>
            <a:ext cx="64008" cy="8229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Selection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Spring Boot, MySQL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12080" y="37947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12080" y="3794760"/>
            <a:ext cx="64008" cy="8229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840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4160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docs &amp; code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Dependencies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834640" cy="38404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(v19.1.0)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5681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Tool)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8328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58768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&amp; React-ChartJS-2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334256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3425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&amp; AutoTable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024128"/>
            <a:ext cx="2834640" cy="384048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24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481328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481328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(v4.0.3)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956816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5681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(v25)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432304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43230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907792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077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383280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38328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(Hibernate)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1024128"/>
            <a:ext cx="28346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024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IDEs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1481328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481328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1956816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95681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432304"/>
            <a:ext cx="2834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43230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907792"/>
            <a:ext cx="2834640" cy="4297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9077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&amp; Releases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731520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10128" y="1005840"/>
            <a:ext cx="2606040" cy="731520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24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Tool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10128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63056" y="1005840"/>
            <a:ext cx="2606040" cy="731520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024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63056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2606040" cy="1371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Sprints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938528"/>
            <a:ext cx="2606040" cy="13716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3310128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Releases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63056" y="1938528"/>
            <a:ext cx="2606040" cy="1371600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6163056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to MVP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8229600" cy="1097280"/>
          </a:xfrm>
          <a:prstGeom prst="rect">
            <a:avLst/>
          </a:prstGeom>
          <a:solidFill>
            <a:srgbClr val="2435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93008"/>
            <a:ext cx="64008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Delivered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student registration, authentication, dashboard, and scheduling — were fully delivered within the first 3 sprints, establishing a functional baseline for subsequent iterations.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73152" cy="1115568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53312"/>
            <a:ext cx="502920" cy="50292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2161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React, Spring Boot, and RESTful API integration.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78992"/>
            <a:ext cx="73152" cy="1115568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353312"/>
            <a:ext cx="502920" cy="50292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2161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Sprint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1554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Agile methodology with Jira, Planning Poker, and iterative delivery.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40864"/>
            <a:ext cx="73152" cy="111556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615184"/>
            <a:ext cx="502920" cy="502920"/>
          </a:xfrm>
          <a:prstGeom prst="ellipse">
            <a:avLst/>
          </a:prstGeom>
          <a:solidFill>
            <a:srgbClr val="D9F0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8775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2478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816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and documented requirements using BDD — Epics, Stories, and Criteria.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40864"/>
            <a:ext cx="73152" cy="111556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615184"/>
            <a:ext cx="502920" cy="502920"/>
          </a:xfrm>
          <a:prstGeom prst="ellipse">
            <a:avLst/>
          </a:prstGeom>
          <a:solidFill>
            <a:srgbClr val="D9F0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8775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478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816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JWT-based authentication with Spring Security.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73152" cy="11155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877056"/>
            <a:ext cx="502920" cy="502920"/>
          </a:xfrm>
          <a:prstGeom prst="ellipse">
            <a:avLst/>
          </a:prstGeom>
          <a:solidFill>
            <a:srgbClr val="FFF3CC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4962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" y="37398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078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code management using Git and GitHub workflows.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602736"/>
            <a:ext cx="73152" cy="11155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877056"/>
            <a:ext cx="502920" cy="502920"/>
          </a:xfrm>
          <a:prstGeom prst="ellipse">
            <a:avLst/>
          </a:prstGeom>
          <a:solidFill>
            <a:srgbClr val="FFF3CC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84962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🐞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32120" y="37398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4078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debugging skills and critical thinking in real-world scenarios.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BB5E66-B48D-6413-44CD-BC601FA750A8}"/>
              </a:ext>
            </a:extLst>
          </p:cNvPr>
          <p:cNvSpPr/>
          <p:nvPr/>
        </p:nvSpPr>
        <p:spPr>
          <a:xfrm>
            <a:off x="228600" y="0"/>
            <a:ext cx="8915400" cy="47548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548640"/>
            <a:ext cx="2560320" cy="256032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18313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CD77916F-7E71-6729-1A9D-6C5CB60F2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511284">
            <a:off x="2080259" y="1508760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45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411</Words>
  <Application>Microsoft Office PowerPoint</Application>
  <PresentationFormat>On-screen Show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</dc:title>
  <dc:subject>PptxGenJS Presentation</dc:subject>
  <dc:creator>Team</dc:creator>
  <cp:lastModifiedBy>Vigneshwaran M</cp:lastModifiedBy>
  <cp:revision>2</cp:revision>
  <dcterms:created xsi:type="dcterms:W3CDTF">2026-04-09T15:50:41Z</dcterms:created>
  <dcterms:modified xsi:type="dcterms:W3CDTF">2026-04-09T17:03:53Z</dcterms:modified>
</cp:coreProperties>
</file>